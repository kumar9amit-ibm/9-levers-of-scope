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5390300ab23b4fd4" /><Relationship Type="http://schemas.openxmlformats.org/package/2006/relationships/metadata/core-properties" Target="/docProps/core.xml" Id="Rf893c4076d884d95" /><Relationship Type="http://schemas.openxmlformats.org/officeDocument/2006/relationships/extended-properties" Target="/docProps/app.xml" Id="Rb818c82d48e841a0" /><Relationship Type="http://schemas.openxmlformats.org/officeDocument/2006/relationships/custom-properties" Target="/docProps/custom.xml" Id="R84b2e13438334693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a5f76a597a7642b1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a5f76a597a7642b1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967868d281483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6b3780f1c1469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cf4432da6e4c2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49d6675a06416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0988c5f4cc4401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4de3be3a031f4dcb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215c7e33894077" 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00" name="TextBox 1"/>
          <p:cNvSpPr txBox="1"/>
          <p:nvPr/>
        </p:nvSpPr>
        <p:spPr>
          <a:xfrm xmlns:a="http://schemas.openxmlformats.org/drawingml/2006/main">
            <a:off x="360000" y="126000"/>
            <a:ext cx="864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5151C4"/>
                </a:solidFill>
              </a:rPr>
              <a:t>CFMWS Nine Levers of Scope - Plan on a Page</a:t>
            </a:r>
          </a:p>
        </p:txBody>
      </p:sp>
      <p:sp>
        <p:nvSpPr>
          <p:cNvPr id="100001" name="TextBox 2"/>
          <p:cNvSpPr txBox="1"/>
          <p:nvPr/>
        </p:nvSpPr>
        <p:spPr>
          <a:xfrm xmlns:a="http://schemas.openxmlformats.org/drawingml/2006/main">
            <a:off x="360000" y="432000"/>
            <a:ext cx="8640000" cy="14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800"/>
              <a:t>DEV – Development   |   TEST – System Integration Test   |   UAT – User Acceptance Testing   |   PROD – Production   |   CNV – Data Conversion   |   TTT – Train The Trainer   |   CRP – Conference Room Pilot   |   Go-Live</a:t>
            </a:r>
          </a:p>
        </p:txBody>
      </p:sp>
      <p:graphicFrame>
        <p:nvGraphicFramePr>
          <p:cNvPr id="100002" name="Table 1"/>
          <p:cNvGraphicFramePr/>
          <p:nvPr/>
        </p:nvGraphicFramePr>
        <p:xfrm>
          <a:off xmlns:a="http://schemas.openxmlformats.org/drawingml/2006/main" x="457200" y="1600200"/>
          <a:ext xmlns:a="http://schemas.openxmlformats.org/drawingml/2006/main" cx="8640000" cy="37084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540000"/>
                <a:gridCol w="540000"/>
                <a:gridCol w="540000"/>
                <a:gridCol w="540000"/>
                <a:gridCol w="540000"/>
                <a:gridCol w="540000"/>
                <a:gridCol w="540000"/>
                <a:gridCol w="540000"/>
                <a:gridCol w="540000"/>
                <a:gridCol w="540000"/>
                <a:gridCol w="540000"/>
                <a:gridCol w="540000"/>
                <a:gridCol w="540000"/>
                <a:gridCol w="540000"/>
                <a:gridCol w="540000"/>
                <a:gridCol w="540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Workstream / Lever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Jul 25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Sep 25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Nov 25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Jan 26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Mar 26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May 26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Jul 26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Sep 26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Nov 26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Jan 27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Mar 27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May 27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Jul 27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Sep 27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Nov 27</a:t>
                      </a:r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Lever 1 - Software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Lever 2 - Process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Lever 3 - Organization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Lever 4 - Enhancements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Lever 5 - Infrastructure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DEV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TEST / UAT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PROD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Lever 6 - Interfaces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Lever 7 - Data Conversion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CNV1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CNV2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CNV3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CNV4</a:t>
                      </a:r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Lever 9 - Phase 1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Go-Live P1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Lever 9 - Phase 2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Go-Live P2</a:t>
                      </a:r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0003" name="TextBox 3"/>
          <p:cNvSpPr txBox="1"/>
          <p:nvPr/>
        </p:nvSpPr>
        <p:spPr>
          <a:xfrm>
            <a:off x="5940000" y="1656000"/>
            <a:ext cx="792000" cy="12600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sz="1000" b="1">
                <a:solidFill>
                  <a:srgbClr val="4EA72E"/>
                </a:solidFill>
              </a:rPr>
              <a:t>Go-Live</a:t>
            </a:r>
          </a:p>
        </p:txBody>
      </p:sp>
      <p:sp>
        <p:nvSpPr>
          <p:cNvPr id="100004" name="TextBox 4"/>
          <p:cNvSpPr txBox="1"/>
          <p:nvPr/>
        </p:nvSpPr>
        <p:spPr>
          <a:xfrm>
            <a:off x="8100000" y="3672000"/>
            <a:ext cx="792000" cy="12600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sz="1000" b="1">
                <a:solidFill>
                  <a:srgbClr val="4EA72E"/>
                </a:solidFill>
              </a:rPr>
              <a:t>Go-Live</a:t>
            </a:r>
          </a:p>
        </p:txBody>
      </p:sp>
      <p:sp>
        <p:nvSpPr>
          <p:cNvPr id="100005" name="TextBox 5"/>
          <p:cNvSpPr txBox="1"/>
          <p:nvPr/>
        </p:nvSpPr>
        <p:spPr>
          <a:xfrm>
            <a:off x="4140000" y="1440000"/>
            <a:ext cx="360000" cy="10800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sz="800" b="0">
                <a:solidFill>
                  <a:srgbClr val="000000"/>
                </a:solidFill>
              </a:rPr>
              <a:t>TTT</a:t>
            </a:r>
          </a:p>
        </p:txBody>
      </p:sp>
      <p:sp>
        <p:nvSpPr>
          <p:cNvPr id="100006" name="TextBox 6"/>
          <p:cNvSpPr txBox="1"/>
          <p:nvPr/>
        </p:nvSpPr>
        <p:spPr>
          <a:xfrm>
            <a:off x="2340000" y="1224000"/>
            <a:ext cx="360000" cy="10800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sz="800" b="0">
                <a:solidFill>
                  <a:srgbClr val="000000"/>
                </a:solidFill>
              </a:rPr>
              <a:t>CRP1</a:t>
            </a:r>
          </a:p>
        </p:txBody>
      </p:sp>
      <p:sp>
        <p:nvSpPr>
          <p:cNvPr id="100007" name="TextBox 7"/>
          <p:cNvSpPr txBox="1"/>
          <p:nvPr/>
        </p:nvSpPr>
        <p:spPr>
          <a:xfrm>
            <a:off x="2880000" y="2232000"/>
            <a:ext cx="360000" cy="10800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sz="800" b="0">
                <a:solidFill>
                  <a:srgbClr val="000000"/>
                </a:solidFill>
              </a:rPr>
              <a:t>CNV1</a:t>
            </a:r>
          </a:p>
        </p:txBody>
      </p:sp>
      <p:sp>
        <p:nvSpPr>
          <p:cNvPr id="100008" name="TextBox 8"/>
          <p:cNvSpPr txBox="1"/>
          <p:nvPr/>
        </p:nvSpPr>
        <p:spPr>
          <a:xfrm>
            <a:off x="3456000" y="2232000"/>
            <a:ext cx="360000" cy="10800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sz="800" b="0">
                <a:solidFill>
                  <a:srgbClr val="000000"/>
                </a:solidFill>
              </a:rPr>
              <a:t>CNV2</a:t>
            </a:r>
          </a:p>
        </p:txBody>
      </p:sp>
      <p:sp>
        <p:nvSpPr>
          <p:cNvPr id="100009" name="TextBox 9"/>
          <p:cNvSpPr txBox="1"/>
          <p:nvPr/>
        </p:nvSpPr>
        <p:spPr>
          <a:xfrm>
            <a:off x="5184000" y="2736000"/>
            <a:ext cx="360000" cy="10800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sz="800" b="0">
                <a:solidFill>
                  <a:srgbClr val="000000"/>
                </a:solidFill>
              </a:rPr>
              <a:t>CNV3</a:t>
            </a:r>
          </a:p>
        </p:txBody>
      </p:sp>
      <p:sp>
        <p:nvSpPr>
          <p:cNvPr id="100010" name="TextBox 10"/>
          <p:cNvSpPr txBox="1"/>
          <p:nvPr/>
        </p:nvSpPr>
        <p:spPr>
          <a:xfrm>
            <a:off x="8208000" y="3240000"/>
            <a:ext cx="360000" cy="10800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sz="800" b="0">
                <a:solidFill>
                  <a:srgbClr val="000000"/>
                </a:solidFill>
              </a:rPr>
              <a:t>CNV4</a:t>
            </a:r>
          </a:p>
        </p:txBody>
      </p:sp>
      <p:sp>
        <p:nvSpPr>
          <p:cNvPr id="100011" name="TextBox 11"/>
          <p:cNvSpPr txBox="1"/>
          <p:nvPr/>
        </p:nvSpPr>
        <p:spPr>
          <a:xfrm>
            <a:off x="360000" y="4464000"/>
            <a:ext cx="2880000" cy="1080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sz="900" b="1"/>
              <a:t>2025   2026   2027</a:t>
            </a:r>
          </a:p>
        </p:txBody>
      </p:sp>
      <p:sp>
        <p:nvSpPr>
          <p:cNvPr id="100012" name="TextBox 12"/>
          <p:cNvSpPr txBox="1"/>
          <p:nvPr/>
        </p:nvSpPr>
        <p:spPr>
          <a:xfrm>
            <a:off x="360000" y="4590000"/>
            <a:ext cx="7920000" cy="1080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sz="800"/>
              <a:t>Jul  Sep  Nov  Jan  Mar  May  Jul  Sep  Nov  Jan  Mar  May  Jul  Sep  Nov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OfficeCLI/1.0.157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2026-10-15T12:53:10Z</dcterms:created>
  <cp:lastModifiedBy>OfficeCLI</cp:lastModifiedBy>
  <dcterms:modified xsi:type="dcterms:W3CDTF">2026-10-15T12:53:10Z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1.0.157</vt:lpwstr>
  </op:property>
  <op:property fmtid="{D5CDD505-2E9C-101B-9397-08002B2CF9AE}" pid="3" name="OfficeCLI.LastModified">
    <vt:lpwstr xmlns:vt="http://schemas.openxmlformats.org/officeDocument/2006/docPropsVTypes">2026-10-15T12:53:46Z</vt:lpwstr>
  </op:property>
</op:Properties>
</file>
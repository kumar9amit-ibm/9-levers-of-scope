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d44fdd2099d4197" /><Relationship Type="http://schemas.openxmlformats.org/package/2006/relationships/metadata/core-properties" Target="/docProps/core.xml" Id="R8edc5c37714d423c" /><Relationship Type="http://schemas.openxmlformats.org/officeDocument/2006/relationships/extended-properties" Target="/docProps/app.xml" Id="R7840f8a5ba1342da" /><Relationship Type="http://schemas.openxmlformats.org/officeDocument/2006/relationships/custom-properties" Target="/docProps/custom.xml" Id="Re26c7f30c2c9447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025e5978734a407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25e5978734a407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dd13911504c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46e71d6d142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b66e25c4046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abcd75b4d43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9229a748bf419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05c6f068a2f493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f592740fc49fc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360000" y="144000"/>
            <a:ext cx="864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5151C4"/>
                </a:solidFill>
              </a:rPr>
              <a:t>CFMWS Nine Levers of Scope - Implementation Timeline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360000" y="486000"/>
            <a:ext cx="8640000" cy="14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800"/>
              <a:t>DEV - Development  |  TEST - System Integration Test  |  UAT - User Acceptance Testing  |  PROD - Production  |  CNV - Data Conversion  |  TTT - Train The Trainer  |  CRP - Conference Room Pilot  |  Go-Live</a:t>
            </a:r>
          </a:p>
        </p:txBody>
      </p:sp>
      <p:graphicFrame>
        <p:nvGraphicFramePr>
          <p:cNvPr id="100002" name="Table 1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8640000" cy="407924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Workstream / Lever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Jul 25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Sep 25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Nov 25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Jan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Mar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May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Jul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Sep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Nov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Jan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Mar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May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Jul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Sep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Nov 27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1 - Software Scope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2 - Process Scope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3 - Organization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4 - Enhancements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5 - Infrastructure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TEST / UAT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6 - Interfaces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7 - Data Conversion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CNV1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CNV2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CNV3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CNV4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8 - Reports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9 - Implementation Phase 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Go-Live P1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9 - Implementation Phase 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Go-Live P2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2026-10-15T12:36:29Z</dcterms:created>
  <cp:lastModifiedBy>OfficeCLI</cp:lastModifiedBy>
  <dcterms:modified xsi:type="dcterms:W3CDTF">2026-10-15T12:36:29Z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2026-10-15T12:36:54Z</vt:lpwstr>
  </op:property>
</op:Properties>
</file>
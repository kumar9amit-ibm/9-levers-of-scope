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528b7a817114772" /><Relationship Type="http://schemas.openxmlformats.org/package/2006/relationships/metadata/core-properties" Target="/docProps/core.xml" Id="R7f0ab2d5c4334442" /><Relationship Type="http://schemas.openxmlformats.org/officeDocument/2006/relationships/extended-properties" Target="/docProps/app.xml" Id="R15c353bd5fe9438d" /><Relationship Type="http://schemas.openxmlformats.org/officeDocument/2006/relationships/custom-properties" Target="/docProps/custom.xml" Id="R941247bba0dd4e4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f0e1668136b9414f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f0e1668136b9414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04b18500d045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5b5e768d1649c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dbf4c38ccd4c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f747f876dc464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d3e37fb146485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973ecc5ea504ff9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612bf8d1d4576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360000" y="144000"/>
            <a:ext cx="864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5151C4"/>
                </a:solidFill>
              </a:rPr>
              <a:t>CFMWS Nine Levers of Scope - Implementation Timeline (Gantt)</a:t>
            </a:r>
          </a:p>
        </p:txBody>
      </p:sp>
      <p:sp>
        <p:nvSpPr>
          <p:cNvPr id="100001" name="TextBox 2"/>
          <p:cNvSpPr txBox="1"/>
          <p:nvPr/>
        </p:nvSpPr>
        <p:spPr>
          <a:xfrm xmlns:a="http://schemas.openxmlformats.org/drawingml/2006/main">
            <a:off x="360000" y="450000"/>
            <a:ext cx="8640000" cy="12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800"/>
              <a:t>Baseline Jul 2025  |  DEV=Development  TEST=SIT  UAT=UAT  PROD=Production  CNV=Conversion  Go-Live</a:t>
            </a:r>
          </a:p>
        </p:txBody>
      </p:sp>
      <p:graphicFrame>
        <p:nvGraphicFramePr>
          <p:cNvPr id="100002" name="Table 1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8640000" cy="37084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  <a:gridCol w="28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/ Workstream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Jul 25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Aug 25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Sep 25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Oct 25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Nov 25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Dec 25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Jan 26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Feb 26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Mar 26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May 26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Jun 26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Jul 26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Aug 26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Sep 26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Oct 26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Nov 26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Dec 26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Jan 27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Feb 27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Mar 27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Apr 27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May 27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Jun 27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Jul 27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Aug 27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Sep 27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Oct 27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Nov 27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1 - Software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2 - Process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3 - Organization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4 - Enhancements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5 - Infrastructure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DEV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TEST/UAT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6 - Interfaces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7 - Data Conversion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CNV1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CNV2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CNV3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CNV4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9 - Phase 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Go-Live P1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Lever 9 - Phase 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█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Go-Live P2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2026-10-15T12:42:08Z</dcterms:created>
  <cp:lastModifiedBy>OfficeCLI</cp:lastModifiedBy>
  <dcterms:modified xsi:type="dcterms:W3CDTF">2026-10-15T12:42:08Z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2026-10-15T12:42:25Z</vt:lpwstr>
  </op:property>
</op:Properties>
</file>